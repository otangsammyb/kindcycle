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here to present ZSWatch, a revolutionary open source smartwatch platform. Our vision is to unlock the full potential of wearables by providing complete control over hardware and software, moving beyond the limitations of closed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smartwatches suffer from fundamental flaws. Firstly, they are black boxes, offering no transparency into their software or hardware, raising significant privacy and security questions. Secondly, their proprietary nature severely restricts customization. Imagine trying to build a unique health monitor or an industrial tracking device on an Apple Watch; it is nearly impossible. This lack of flexibility stifles innovation and limits the potential applications of wearable technology, ultimately leading to vendor lock in for users and developers.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ZSWatch, the open source smartwatch. We provide complete control by making both the hardware designs and the entire firmware stack openly available. This is powered by Zephyr RTOS, a secure and power efficient foundation. Our modular application framework, combined with a customizable graphical user interface using LVGL, allows developers to quickly build and deploy their unique applications. We are fostering a strong developer ecosystem with our Watch Development Kit, extensive documentation, and modern development tools. ZSWatch integrates a wide range of advanced sensors and supports various Bluetooth Low Energy profiles, enabling a new generation of wearable possibilities.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smartwatch market is vast, but our opportunity lies in the underserved segments. While giants focus on mass consumer appeal with closed systems, there's a significant demand from developers and makers who need an open platform for innovation. Research institutions and enterprises in sectors like health, industrial IoT, or specialized data collection also require fully customizable and transparent devices. Finally, as privacy concerns grow, a segment of consumers actively seeks products that offer full control and transparency over their data, a void ZSWatch is uniquely positioned to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technology is the core of our advantage. We built ZSWatch on Zephyr RTOS and Nordic's nRF5340, a powerful combination for real time processing and efficient Bluetooth. Our hardware integrates a rich suite of sensors, allowing for sophisticated data collection and context awareness. The LVGL user interface, with its unique XML editor and reactive data binding, empowers quick and intuitive UI development. Our firmware is highly modular and uses Zephyr's event system for clean communication. We leverage 64MB of external flash with execute in place for optimal resource usage. Furthermore, our robust testing framework, including hardware in the loop testing with PPK2, ensures a high level of quality and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business model is designed for sustainability and growth within the open source ecosystem. We currently generate revenue through direct sales of our Watch Development Kits, which are crucial for our community. Beyond this, we plan to offer commercial licenses of our software stack to businesses that need the flexibility and control of ZSWatch but require enterprise level support and intellectual property assurance. We will also provide customization services, building bespoke solutions for clients in niche markets. Strategic partnerships for component and module supply will expand our hardware footprint. Finally, premium support and advanced tools will cater to our commercial user base, ensuring long term engagement and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competitive edge is rooted in our philosophy of complete openness. We offer true open source for both hardware and software, a stark contrast to every major player in the smartwatch market. This is coupled with the robustness and security of the Zephyr RTOS, a critical advantage for embedded systems. ZSWatch is built for developers, enabling unparalleled customization and faster innovation cycles. Our hardware is feature rich and power efficient, making it suitable for a wide array of applications. The support from a growing community and key funding partners further strengthens our position. Ultimately, ZSWatch provides a cost effective pathway to highly customized wearable solutions, which is simply not possible with proprietary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with any ambitious project, we recognize potential risks. Hardware manufacturing and supply chain complexities are mitigated through strategic partnerships and careful planning. The challenge of open source market adoption is addressed by initially targeting the developer and specialized enterprise segments that actively seek our unique value proposition. To ensure funding sustainability, we are diversifying our revenue streams beyond grants to include commercial licenses and customization services. While competing with tech giants is tough, we differentiate through unparalleled openness and flexibility. We manage technical debt through a clean, modular architecture and continuous community engagement. Finally, regulatory hurdles for health features will be navigated by working with experts and rolling out features incrementally.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invite you to join us in this exciting journey. We are seeking strategic partners who can help scale our hardware production and market reach, and investors who believe in the power of open technology to disrupt and innovate. Your investment will not only accelerate ZSWatch development but also empower countless developers and businesses to build the next generation of specialized wearables. Let us build a transparent and customizable future for smartwatches,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8B5CF6"/>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828800"/>
            <a:ext cx="7315200" cy="1371600"/>
          </a:xfrm>
          <a:prstGeom prst="rect">
            <a:avLst/>
          </a:prstGeom>
          <a:noFill/>
          <a:ln/>
        </p:spPr>
        <p:txBody>
          <a:bodyPr wrap="square" rtlCol="0" anchor="ctr"/>
          <a:lstStyle/>
          <a:p>
            <a:pPr algn="ctr" indent="0" marL="0">
              <a:buNone/>
            </a:pPr>
            <a:r>
              <a:rPr lang="en-US" sz="4800" b="1" dirty="0">
                <a:solidFill>
                  <a:srgbClr val="8B5CF6"/>
                </a:solidFill>
              </a:rPr>
              <a:t>ZSWatch/ZSWatch</a:t>
            </a:r>
            <a:endParaRPr lang="en-US" sz="4800" dirty="0"/>
          </a:p>
        </p:txBody>
      </p:sp>
      <p:sp>
        <p:nvSpPr>
          <p:cNvPr id="3" name="Text 1"/>
          <p:cNvSpPr/>
          <p:nvPr/>
        </p:nvSpPr>
        <p:spPr>
          <a:xfrm>
            <a:off x="914400" y="3200400"/>
            <a:ext cx="7315200" cy="914400"/>
          </a:xfrm>
          <a:prstGeom prst="rect">
            <a:avLst/>
          </a:prstGeom>
          <a:noFill/>
          <a:ln/>
        </p:spPr>
        <p:txBody>
          <a:bodyPr wrap="square" rtlCol="0" anchor="ctr"/>
          <a:lstStyle/>
          <a:p>
            <a:pPr algn="ctr" indent="0" marL="0">
              <a:buNone/>
            </a:pPr>
            <a:r>
              <a:rPr lang="en-US" sz="2400" dirty="0">
                <a:solidFill>
                  <a:srgbClr val="1E1E24"/>
                </a:solidFill>
              </a:rPr>
              <a:t>ZSWatch - the Open Source Zephyr™ based Smartwatch, including both HW and FW.</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ZSWatch: The Open Source Smartwatch</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Empowering Innovation in Wearable Technology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The Closed Smartwatch Problem</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1. Lack of Transparency: Proprietary smartwatches hide their inner workings, leading to security and privacy concerns. 2. Limited Customization: Developers and businesses struggle to adapt existing devices for specialized applications. 3. Innovation Barriers: Closed ecosystems stifle external innovation, slowing down progress in wearable technology. 4. Vendor Lock In: Users are tied to specific brands and their limited feature sets, preventing true product ownership.</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ZSWatch: Open Hardware, Open Software, Infinite Possibilities</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1. Complete Control: ZSWatch offers fully open source hardware and firmware, providing unprecedented transparency and customizability. 2. Zephyr RTOS Core: Built on a secure and robust real time operating system, ensuring reliability and power efficiency. 3. Modular Application Framework: Enables rapid development of custom applications and watch faces with a flexible LVGL user interface. 4. Developer Ecosystem: Comprehensive development kits, tools, and documentation foster a vibrant community and accelerated innovation. 5. Advanced Features: Integrated with a rich suite of sensors and diverse Bluetooth Low Energy connectivity for versatile applications.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Untapped Market Opportunity in Wearables</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1. Growing Smartwatch Market: A multi billion dollar industry with sustained growth, yet dominated by closed systems. 2. Developer and Maker Niche: A strong demand for open, programmable hardware platforms for innovation and education. 3. Enterprise and Research Applications: Niche industries and scientific research require highly customizable and auditable wearables. 4. Privacy Conscious Consumers: A rising segment valuing transparent and secure technology over data harvesting models.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Robust Technology Stack</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1. Zephyr RTOS and nRF5340: Foundation for real time performance, security, and Bluetooth Low Energy connectivity. 2. Advanced Sensor Suite: Integrated IMU, pressure, magnetometer, light, and microphone for comprehensive data acquisition. 3. LVGL UI with XML Editor: Flexible and extensible graphical user interface, enabling rapid design and reactive data binding. 4. Modular Firmware: Self registering applications and a Zbus event system for a scalable and maintainable codebase. 5. Flexible Storage: 64MB external flash with execute in place (XIP) for efficient resource management. 6. Comprehensive Testing: Pytest based hardware in the loop and native simulator tests ensure reliability and quality.</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Diverse Revenue Streams</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1. Development Kit Sales: Direct sales of Watch Development Kits to developers, educators, and hobbyists. 2. Commercial Licensing: Offering enterprise grade licenses for the ZSWatch software stack for specialized applications. 3. Customization Services: Providing tailored hardware and firmware development for businesses requiring unique wearable solutions. 4. Strategic Partnerships: Collaborations with hardware manufacturers for component sales or integrated module solutions. 5. Premium Support and Tools: Introducing advanced support tiers and proprietary developer tools for commercial clients.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Unmatched Openness and Flexibility</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1. True Open Source: Full hardware and software transparency, eliminating proprietary limitations. 2. Zephyr RTOS Foundation: Enterprise grade security, reliability, and real time performance. 3. Developer Empowered: Tools and architecture designed for maximum customizability and rapid iteration. 4. Versatile Hardware: Comprehensive sensor integration on a power efficient nRF5340 platform. 5. Strong Community: Active developer community and foundational support from organizations like NGI0 Commons Fund. 6. Cost Effective Customization: Lower barriers to entry for developing specialized wearable applications compared to closed systems.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Addressing Potential Challenges</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1. Hardware Production: Mitigated by partnering with experienced manufacturers like PCBWay and developing robust supply chain strategies. 2. Open Source Adoption: Addressed by focusing on developer and niche enterprise markets that value transparency and customization. 3. Funding Volatility: Diversifying revenue through commercial licenses, services, and continuous grant applications. 4. Market Competition: Differentiating through open source values, superior customizability, and specialized application focus. 5. Technical Debt: Managed by a modular architecture, strong coding standards, and active community contributions. 6. Regulatory Hurdles: Proactive engagement with compliance experts and phased feature releases to manage certification complexities.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Join the Open Smartwatch Revolution</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We are seeking strategic partners and investors who share our vision for an open, customizable, and innovative wearable future. Support ZSWatch to empower developers, revolutionize specialized applications, and create a truly transparent wearable ecosystem. Invest in the future of open technology.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2026-04-06T00:22:53Z</dcterms:created>
  <dcterms:modified xsi:type="dcterms:W3CDTF">2026-04-06T00:22:53Z</dcterms:modified>
</cp:coreProperties>
</file>