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here to introduce ZSWatch, a groundbreaking open source smartwatch project. Our vision is to empower users and developers with complete control over their wearable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market is a walled garden. Users are locked into proprietary systems with limited customization, and their data is often harvested without full transparency. Developers struggle to build and deploy innovative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transparency and control. We provide all hardware designs and firmware source code, enabling deep customization. Built on Zephyr, it ensures high performance and modularity, and our dev kit makes it accessible for anyone to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initially a niche, our market is highly engaged and influential. These early adopters are not just consumers; they are builders, evangelists, and potential contributors. Education and industrial use cases also represent significant growth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stack is cutting edge and well-architected. The nRF5340 provides the horsepower, Zephyr the embedded operating system, and LVGL a flexible UI. We prioritize modularity, event driven architecture, and rigorous testing for a stable and extensible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strategy is to build a vibrant ecosystem around our development kit. By empowering developers, we cultivate innovation and a loyal community. Grants provide foundational support, and we envision expanding into value added services and perhaps even a consumer product through crowdfunding.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other project offers this level of openness and control. Our strong foundation in Zephyr, combined with a developer friendly hardware platform, sets us apart. We aren't just selling a product; we're providing a platform for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believe in a future where technology is open, accessible, and controlled by its users. Join us in building that future. Visit our website, order a WatchDK, and become part of the ZSWatch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8B5CF6"/>
          </a:solidFill>
          <a:ln/>
        </p:spPr>
      </p:sp>
      <p:sp>
        <p:nvSpPr>
          <p:cNvPr id="3" name="Text 1"/>
          <p:cNvSpPr/>
          <p:nvPr/>
        </p:nvSpPr>
        <p:spPr>
          <a:xfrm>
            <a:off x="457200" y="4886325"/>
            <a:ext cx="8229600" cy="457200"/>
          </a:xfrm>
          <a:prstGeom prst="rect">
            <a:avLst/>
          </a:prstGeom>
          <a:noFill/>
          <a:ln/>
        </p:spPr>
        <p:txBody>
          <a:bodyPr wrap="square" rtlCol="0" anchor="ctr"/>
          <a:lstStyle/>
          <a:p>
            <a:pPr algn="l" indent="0" marL="0">
              <a:buNone/>
            </a:pPr>
            <a:r>
              <a:rPr lang="en-US" sz="1000" dirty="0">
                <a:solidFill>
                  <a:srgbClr val="888888"/>
                </a:solidFill>
              </a:rPr>
              <a:t>SmartPitch AI | ZSWatch/ZSWatch</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28800"/>
            <a:ext cx="7315200" cy="1371600"/>
          </a:xfrm>
          <a:prstGeom prst="rect">
            <a:avLst/>
          </a:prstGeom>
          <a:noFill/>
          <a:ln/>
        </p:spPr>
        <p:txBody>
          <a:bodyPr wrap="square" rtlCol="0" anchor="ctr"/>
          <a:lstStyle/>
          <a:p>
            <a:pPr algn="ctr" indent="0" marL="0">
              <a:buNone/>
            </a:pPr>
            <a:r>
              <a:rPr lang="en-US" sz="4800" b="1" dirty="0">
                <a:solidFill>
                  <a:srgbClr val="8B5CF6"/>
                </a:solidFill>
              </a:rPr>
              <a:t>ZSWatch/ZSWatch</a:t>
            </a:r>
            <a:endParaRPr lang="en-US" sz="4800" dirty="0"/>
          </a:p>
        </p:txBody>
      </p:sp>
      <p:sp>
        <p:nvSpPr>
          <p:cNvPr id="3" name="Text 1"/>
          <p:cNvSpPr/>
          <p:nvPr/>
        </p:nvSpPr>
        <p:spPr>
          <a:xfrm>
            <a:off x="914400" y="3200400"/>
            <a:ext cx="7315200" cy="914400"/>
          </a:xfrm>
          <a:prstGeom prst="rect">
            <a:avLst/>
          </a:prstGeom>
          <a:noFill/>
          <a:ln/>
        </p:spPr>
        <p:txBody>
          <a:bodyPr wrap="square" rtlCol="0" anchor="ctr"/>
          <a:lstStyle/>
          <a:p>
            <a:pPr algn="ctr" indent="0" marL="0">
              <a:buNone/>
            </a:pPr>
            <a:r>
              <a:rPr lang="en-US" sz="2400" dirty="0">
                <a:solidFill>
                  <a:srgbClr val="1E1E24"/>
                </a:solidFill>
              </a:rPr>
              <a:t>ZSWatch - the Open Source Zephyr™ based Smartwatch, including both HW and FW.</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ZSWatch The Open Source Zephyr Smartwatch</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ZSWatch is defining the future of transparent and customizable wearable technology.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The Problem With Smartwatches Today</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Current smartwatches are closed ecosystems, limiting user freedom, data privacy, and developer innovation. Existing open source alternatives often lack the polish and functionality required for practical use.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ZSWatch A Fully Open and Customizable Platform</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ZSWatch provides an entirely open source hardware and firmware platform, built on the Zephyr RTOS and nRF Connect SDK. It features a robust application framework, extensive sensor integration, and broad smartphone compatibility. We offer the WatchDK development kit to foster innovation.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Target Market Open Hardware Enthusiasts and Developers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We target a growing global community of embedded developers, DIY enthusiasts, educators, and privacy conscious consumers. This niche is passionate about technology, eager for customization, and seeks transparent solutions.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Technical Excellence Powered by Zephyr and nRF5340</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Our robust architecture features the dual core Nordic nRF5340 SoC, Zephyr RTOS, LVGL for UI, comprehensive sensor suite (IMU, pressure, light, mic), and versatile BLE (ANCS, AMS, GadgetBridge). Modular apps, a Zbus event system, and Python-based hardware testing ensure reliability and extensibility.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Business Model Developer Kits and Community Growth</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Our current revenue is generated through sales of the WatchDK development kit. Initial funding from NGI0 Commons Fund validates our mission. Future plans include premium features, enterprise support, and strategic partnerships, all while leveraging community contributions.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Unmatched Openness and Developer Focus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ZSWatch distinguishes itself with full hardware and software transparency under GPL-3.0. Our Zephyr RTOS foundation provides enterprise grade capabilities, and the WatchDK facilitates unparalleled ease of development for custom applications, fostering a strong, engaged community.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Join the Open Smartwatch Revolution</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ZSWatch is more than a product; it is a movement towards truly open and customizable wearables. We invite you to explore our WatchDK, contribute to our community, and help us redefine the future of smartwatches. Find us at zswatch.dev.</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2026-04-05T23:55:47Z</dcterms:created>
  <dcterms:modified xsi:type="dcterms:W3CDTF">2026-04-05T23:55:47Z</dcterms:modified>
</cp:coreProperties>
</file>